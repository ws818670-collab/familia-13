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⚽ Gestão de Clubes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Sistema Completo para Gerenciamento de Times Amadores</a:t>
            </a:r>
          </a:p>
          <a:p>
            <a:r>
              <a:t>Controle total: Jogadores • Jogos • Financeiro • Membros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📋 Gerenciar mensalidades de forma desorganizada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⚽ Controlar jogos e estatísticas manualmente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💰 Dificuldade com controle 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👥 Sem comunicação centralizada com membros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📊 Impossível gerar relatórios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Uma plataforma web integrada que centraliza 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👥 Gestão de Membros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FFDC"/>
                </a:solidFill>
              </a:defRPr>
            </a:pPr>
            <a:r>
              <a:t>Cadastro, permissões e controle de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💳 Mensalidades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FFDC"/>
                </a:solidFill>
              </a:defRPr>
            </a:pPr>
            <a:r>
              <a:t>Controle automatizado de pagamentos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⚽ Jogos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FFDC"/>
                </a:solidFill>
              </a:defRPr>
            </a:pPr>
            <a:r>
              <a:t>Agenda, resultados e estatísticas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148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💰 Financeiro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CFFDC"/>
                </a:solidFill>
              </a:defRPr>
            </a:pPr>
            <a:r>
              <a:t>Entradas, saídas e relatórios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🔐 Autenticação Segura - Login com email/senha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📱 Responsivo 100% - Desktop, tablet e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⚡ Tempo Real - Dados sincronizam instantaneamente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📊 Relatórios Automáticos - Gráficos e estatísticas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Controle de Permissões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🔴 Admin Global - Acesso a tudo em todos clubes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🟠 Administrador - Gestão completa do clube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🟡 Diretor - Gerencia jogadores e jogos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🟢 Jogador - Visualização apenas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Dashboard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💵 Caixa Total: R$ 2.500,00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👥 Membros Ativos: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💳 Mensalidades em Dia: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⚽ Próximo Jogo: Sábado às 15h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Por Que Contratar?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💰 Reduz custos com administração manual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⏱️ Economiza tempo em processos repetitivos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📈 Aumenta transparência com membros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🔒 Protege dados com segurança em nuvem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📊 Facilita decisões com relatórios automáticos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📱 Acessível anywhere - qualquer dispositivo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Arquitetura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☁️ Infraestrutura em Nuvem - Firebase 99.95% uptime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⚡ Escalável - Suporta 1 a 10.000+ usuários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🔐 Ultra Seguro - Criptografia e backups automáticos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🌍 Suporte 24/7 - Infraestrutura gerenciada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Pronto para Começar?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Transforme a gestão do seu clube hoje!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📧 william.santos@company.com</a:t>
            </a:r>
          </a:p>
          <a:p>
            <a:pPr algn="ctr">
              <a:defRPr sz="3200">
                <a:solidFill>
                  <a:srgbClr val="FFFFFF"/>
                </a:solidFill>
              </a:defRPr>
            </a:pPr>
            <a:r>
              <a:t>📱 (11) 99999-9999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